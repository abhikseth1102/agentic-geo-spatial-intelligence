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entation_title_1786010471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Agentic Geo-Spatial Intelligence</a:t>
            </a:r>
          </a:p>
          <a:p>
            <a:pPr>
              <a:defRPr sz="2400">
                <a:solidFill>
                  <a:srgbClr val="00BFFF"/>
                </a:solidFill>
              </a:defRPr>
            </a:pPr>
            <a:r>
              <a:t>Predictive Maritime Logistics &amp; AI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DCDCDC"/>
                </a:solidFill>
              </a:defRPr>
            </a:pPr>
            <a:r>
              <a:t>• The Problem: Global supply chains operate on reactive, legacy systems. Ships sail blindly into severe weather, resulting in massive fuel waste, multi-million dollar delays, and environmental damage.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The Solution: An autonomous, AI-driven routing engine that predicts delay risks in real-time and orchestrates dynamic detours, saving fuel and mitigating catastrophe.</a:t>
            </a:r>
          </a:p>
          <a:p>
            <a:pPr>
              <a:defRPr sz="8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entation_dataset_17860104847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The Ground-Truth Dataset</a:t>
            </a:r>
          </a:p>
          <a:p>
            <a:pPr>
              <a:defRPr sz="2400">
                <a:solidFill>
                  <a:srgbClr val="00BFFF"/>
                </a:solidFill>
              </a:defRPr>
            </a:pPr>
            <a:r>
              <a:t>U.S. Government NOAA MarineCadastre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DCDCDC"/>
                </a:solidFill>
              </a:defRPr>
            </a:pPr>
            <a:r>
              <a:t>• Processed a massive 1-Gigabyte historical dataset of true vessel telemetry.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Focus Area: Gulf of Mexico, August 28, 2023 (Hurricane Idalia formation).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Scale: Analyzed the trajectories of 30,000 real commercial vessels.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Keywords: Big Data Pipeline, AIS Telemetry, Spatio-Temporal Filtering, Haversine Geolocation.</a:t>
            </a:r>
          </a:p>
          <a:p>
            <a:pPr>
              <a:defRPr sz="8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entation_architecture_1786010496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AI Architecture &amp; Engineering</a:t>
            </a:r>
          </a:p>
          <a:p>
            <a:pPr>
              <a:defRPr sz="2400">
                <a:solidFill>
                  <a:srgbClr val="00BFFF"/>
                </a:solidFill>
              </a:defRPr>
            </a:pPr>
            <a:r>
              <a:t>Decoupled Microservices &amp; XGBoost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DCDCDC"/>
                </a:solidFill>
              </a:defRPr>
            </a:pPr>
            <a:r>
              <a:t>• The Engine: A localized XGBoost Decision Tree trained to predict the precise probability of a logistical delay.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Feature Engineering: Engineered complex spatial features like Distance-to-Storm and a mathematically decoupled Congestion Index.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Data Science Integrity: Identified and mitigated a severe feature-leakage (multicollinearity) anomaly during training, ensuring robust predictions.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Explainable AI (XAI): Built-in SHAP approximations allow human operators to trust the machine's routing decisions.</a:t>
            </a:r>
          </a:p>
          <a:p>
            <a:pPr>
              <a:defRPr sz="8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entation_future_17860105084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The Revolution: Future Roadmap</a:t>
            </a:r>
          </a:p>
          <a:p>
            <a:pPr>
              <a:defRPr sz="2400">
                <a:solidFill>
                  <a:srgbClr val="00BFFF"/>
                </a:solidFill>
              </a:defRPr>
            </a:pPr>
            <a:r>
              <a:t>From Point-in-Time to Deep Learning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DCDCDC"/>
                </a:solidFill>
              </a:defRPr>
            </a:pPr>
            <a:r>
              <a:t>• LSTM Neural Networks: Transitioning from static XGBoost trees to Deep Learning sequences to forecast ship trajectories 24-48 hours into the future.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Global Uber H3 Hexbins: Scaling the architecture to optimize 50,000+ global vessels simultaneously via spatial hexagonal clustering.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Multi-Variate Weather: Ingesting complex GRIB weather vectors (wind currents, wave heights) for ultra-realistic risk prediction.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• Keywords: Deep Learning, Time-Series Forecasting, Global Fleet Orchestration.</a:t>
            </a:r>
          </a:p>
          <a:p>
            <a:pPr>
              <a:defRPr sz="8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